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9bf55ccc5748d4" /><Relationship Type="http://schemas.openxmlformats.org/officeDocument/2006/relationships/extended-properties" Target="/docProps/app.xml" Id="Rf26bf368e5474e85" /><Relationship Type="http://schemas.openxmlformats.org/officeDocument/2006/relationships/officeDocument" Target="/ppt/presentation.xml" Id="R706d35677ed041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fb50e5f7f49d7"/>
  </p:sldMasterIdLst>
  <p:notesMasterIdLst>
    <p:notesMasterId xmlns:r="http://schemas.openxmlformats.org/officeDocument/2006/relationships" r:id="R51bf8719315d4e17"/>
  </p:notesMasterIdLst>
  <p:sldIdLst>
    <p:sldId xmlns:r="http://schemas.openxmlformats.org/officeDocument/2006/relationships" id="256" r:id="R5d9bb88ca4374f94"/>
    <p:sldId xmlns:r="http://schemas.openxmlformats.org/officeDocument/2006/relationships" id="257" r:id="R32bb053566e54ea0"/>
    <p:sldId xmlns:r="http://schemas.openxmlformats.org/officeDocument/2006/relationships" id="258" r:id="Re28ad4227d3f4b3d"/>
    <p:sldId xmlns:r="http://schemas.openxmlformats.org/officeDocument/2006/relationships" id="259" r:id="R43aa5213f50e4954"/>
    <p:sldId xmlns:r="http://schemas.openxmlformats.org/officeDocument/2006/relationships" id="260" r:id="R1ba2d45f8e8f452f"/>
    <p:sldId xmlns:r="http://schemas.openxmlformats.org/officeDocument/2006/relationships" id="261" r:id="R92f8a9678c8e491e"/>
    <p:sldId xmlns:r="http://schemas.openxmlformats.org/officeDocument/2006/relationships" id="262" r:id="R065c3692b65d4c53"/>
    <p:sldId xmlns:r="http://schemas.openxmlformats.org/officeDocument/2006/relationships" id="263" r:id="Rba747f4882ca432f"/>
    <p:sldId xmlns:r="http://schemas.openxmlformats.org/officeDocument/2006/relationships" id="264" r:id="R48107e9049104eb8"/>
    <p:sldId xmlns:r="http://schemas.openxmlformats.org/officeDocument/2006/relationships" id="265" r:id="R2c2a682842a548ac"/>
    <p:sldId xmlns:r="http://schemas.openxmlformats.org/officeDocument/2006/relationships" id="266" r:id="Ra026942489554d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c7025b8c2c470e" /><Relationship Type="http://schemas.openxmlformats.org/officeDocument/2006/relationships/slideMaster" Target="/ppt/slideMasters/slideMaster1.xml" Id="R599fb50e5f7f49d7" /><Relationship Type="http://schemas.openxmlformats.org/officeDocument/2006/relationships/notesMaster" Target="/ppt/notesMasters/notesMaster1.xml" Id="R51bf8719315d4e17" /><Relationship Type="http://schemas.openxmlformats.org/officeDocument/2006/relationships/presProps" Target="/ppt/presProps.xml" Id="R7cf8bfb6329a4105" /><Relationship Type="http://schemas.openxmlformats.org/officeDocument/2006/relationships/tableStyles" Target="/ppt/tableStyles.xml" Id="R93b02fc8ad4f4975" /><Relationship Type="http://schemas.openxmlformats.org/officeDocument/2006/relationships/slide" Target="/ppt/slides/slide1.xml" Id="R5d9bb88ca4374f94" /><Relationship Type="http://schemas.openxmlformats.org/officeDocument/2006/relationships/slide" Target="/ppt/slides/slide2.xml" Id="R32bb053566e54ea0" /><Relationship Type="http://schemas.openxmlformats.org/officeDocument/2006/relationships/slide" Target="/ppt/slides/slide3.xml" Id="Re28ad4227d3f4b3d" /><Relationship Type="http://schemas.openxmlformats.org/officeDocument/2006/relationships/slide" Target="/ppt/slides/slide4.xml" Id="R43aa5213f50e4954" /><Relationship Type="http://schemas.openxmlformats.org/officeDocument/2006/relationships/slide" Target="/ppt/slides/slide5.xml" Id="R1ba2d45f8e8f452f" /><Relationship Type="http://schemas.openxmlformats.org/officeDocument/2006/relationships/slide" Target="/ppt/slides/slide6.xml" Id="R92f8a9678c8e491e" /><Relationship Type="http://schemas.openxmlformats.org/officeDocument/2006/relationships/slide" Target="/ppt/slides/slide7.xml" Id="R065c3692b65d4c53" /><Relationship Type="http://schemas.openxmlformats.org/officeDocument/2006/relationships/slide" Target="/ppt/slides/slide8.xml" Id="Rba747f4882ca432f" /><Relationship Type="http://schemas.openxmlformats.org/officeDocument/2006/relationships/slide" Target="/ppt/slides/slide9.xml" Id="R48107e9049104eb8" /><Relationship Type="http://schemas.openxmlformats.org/officeDocument/2006/relationships/slide" Target="/ppt/slides/slide10.xml" Id="R2c2a682842a548ac" /><Relationship Type="http://schemas.openxmlformats.org/officeDocument/2006/relationships/slide" Target="/ppt/slides/slide11.xml" Id="Ra02694248955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667eb76f5a4e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ccf85be24f41af" /><Relationship Type="http://schemas.openxmlformats.org/officeDocument/2006/relationships/notesMaster" Target="/ppt/notesMasters/notesMaster1.xml" Id="R44fa6d1cd20b4d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802321b3fe4e9f" /><Relationship Type="http://schemas.openxmlformats.org/officeDocument/2006/relationships/notesMaster" Target="/ppt/notesMasters/notesMaster1.xml" Id="R26051978e4b843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5c224098be4935" /><Relationship Type="http://schemas.openxmlformats.org/officeDocument/2006/relationships/notesMaster" Target="/ppt/notesMasters/notesMaster1.xml" Id="Rd7406bb23ac547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7bf6ebd4bc4b6a" /><Relationship Type="http://schemas.openxmlformats.org/officeDocument/2006/relationships/notesMaster" Target="/ppt/notesMasters/notesMaster1.xml" Id="R316d9c5ae4a8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7046778314656" /><Relationship Type="http://schemas.openxmlformats.org/officeDocument/2006/relationships/notesMaster" Target="/ppt/notesMasters/notesMaster1.xml" Id="R600496ebb6264c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b588aff19c407f" /><Relationship Type="http://schemas.openxmlformats.org/officeDocument/2006/relationships/notesMaster" Target="/ppt/notesMasters/notesMaster1.xml" Id="R498d3b7ddd21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1dba361715465c" /><Relationship Type="http://schemas.openxmlformats.org/officeDocument/2006/relationships/notesMaster" Target="/ppt/notesMasters/notesMaster1.xml" Id="Rff0f3e88c28a4e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ddf02a8a264acb" /><Relationship Type="http://schemas.openxmlformats.org/officeDocument/2006/relationships/notesMaster" Target="/ppt/notesMasters/notesMaster1.xml" Id="R2de3352f935848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cb5deddb8947aa" /><Relationship Type="http://schemas.openxmlformats.org/officeDocument/2006/relationships/notesMaster" Target="/ppt/notesMasters/notesMaster1.xml" Id="Rcc7ae3bcd38643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011eb52acb45c7" /><Relationship Type="http://schemas.openxmlformats.org/officeDocument/2006/relationships/notesMaster" Target="/ppt/notesMasters/notesMaster1.xml" Id="Rd1ddff8fa69142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9d4fa557084704" /><Relationship Type="http://schemas.openxmlformats.org/officeDocument/2006/relationships/notesMaster" Target="/ppt/notesMasters/notesMaster1.xml" Id="Rd0423692781547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slide. Introduce the workshop as a local, credential-free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audience for a generic answer to the checkout question before connecting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request from left to right. Emphasize that MCP exposes existing capabilities rather than replacing APIs.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this workshop directory, use: codex mcp add acmeshop -- npm --prefix /Users/prateeksharma/Documents/ChatGPT/Confrence run mcp. A new session must load newly registered MCP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evidence encoded in the local JSON data. Do not reveal this chain as a required tool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mcp-server/src/server.ts after this slide. Tool descriptions guide model behavior without hard-coding a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this without giving the model a tool sequence. Keep it read-only.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demonstrate least privilege. The absence of a tool is a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the presenter to approve the write if their MCP client displays a confirmation. Refresh the API dashboard to show the new incident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prompt demonstrates a write operation. Let the connected client request human confirmation where it supports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distinction between an AI model, MCP, and the systems behind the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dfc021625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7608fa23804af3" /><Relationship Type="http://schemas.openxmlformats.org/officeDocument/2006/relationships/slideLayout" Target="/ppt/slideLayouts/slideLayout1.xml" Id="R1add7764356346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dd7764356346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6ee08fa3e4389" /><Relationship Type="http://schemas.openxmlformats.org/officeDocument/2006/relationships/notesSlide" Target="/ppt/notesSlides/notesSlide1.xml" Id="R38fa156e283140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7eda427ff4b33" /><Relationship Type="http://schemas.openxmlformats.org/officeDocument/2006/relationships/notesSlide" Target="/ppt/notesSlides/notesSlide2.xml" Id="R3494e4a2212042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136fc72464b1f" /><Relationship Type="http://schemas.openxmlformats.org/officeDocument/2006/relationships/notesSlide" Target="/ppt/notesSlides/notesSlide3.xml" Id="Rfce280a9db2240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25bfaaef04acc" /><Relationship Type="http://schemas.openxmlformats.org/officeDocument/2006/relationships/notesSlide" Target="/ppt/notesSlides/notesSlide4.xml" Id="R4ccdae9e55294e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7dce69b5342f6" /><Relationship Type="http://schemas.openxmlformats.org/officeDocument/2006/relationships/notesSlide" Target="/ppt/notesSlides/notesSlide5.xml" Id="R38b48037ef6e43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ec77953ad47e5" /><Relationship Type="http://schemas.openxmlformats.org/officeDocument/2006/relationships/notesSlide" Target="/ppt/notesSlides/notesSlide6.xml" Id="Rc79f47d69bb641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f10b5ab804827" /><Relationship Type="http://schemas.openxmlformats.org/officeDocument/2006/relationships/notesSlide" Target="/ppt/notesSlides/notesSlide7.xml" Id="R811ddbcd8b294c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b7807ac63449e" /><Relationship Type="http://schemas.openxmlformats.org/officeDocument/2006/relationships/notesSlide" Target="/ppt/notesSlides/notesSlide8.xml" Id="Rd5d2b534431648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999c35aaa4113" /><Relationship Type="http://schemas.openxmlformats.org/officeDocument/2006/relationships/notesSlide" Target="/ppt/notesSlides/notesSlide9.xml" Id="Ra7753512c65b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dd7ccd9464623" /><Relationship Type="http://schemas.openxmlformats.org/officeDocument/2006/relationships/notesSlide" Target="/ppt/notesSlides/notesSlide10.xml" Id="Ra222a719456e48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fe38ed39048a7" /><Relationship Type="http://schemas.openxmlformats.org/officeDocument/2006/relationships/notesSlide" Target="/ppt/notesSlides/notesSlide11.xml" Id="Rf9ca5102e4534e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E8A8C-EC87-470D-81AC-4836976A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5B5F0-1842-467F-9F24-F1D9B7E6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4775" cy="4191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1046A-8801-4A48-98B0-31D9494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0015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MCP gives AI agents</a:t>
            </a:r>
          </a:p>
          <a:p xmlns:a="http://schemas.openxmlformats.org/drawingml/2006/main">
            <a:pPr>
              <a:defRPr sz="3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real capabilities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66A91-A0C6-4F03-9511-E4051108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AcmeShop workshop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9BC94-7FF1-46D0-B547-8F0A6488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Investigate payment failures. Find the owner. Create an incident.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43CC4-4523-4602-9619-DA2937A0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376AB-F4B8-46CF-A2B7-EE3BD2AE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19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85B28-65BB-40D0-9CFA-F3E6663E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7ABED-7F01-406B-8352-D968EFCC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051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AI uses data and actions through a shared interface</a:t>
            </a:r>
          </a:p>
        </p:txBody>
      </p:sp>
    </p:spTree>
    <p:extLst>
      <p:ext uri="{BB962C8B-B14F-4D97-AF65-F5344CB8AC3E}">
        <p14:creationId xmlns:p14="http://schemas.microsoft.com/office/powerpoint/2010/main" val="1968115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E5D34-BE13-4BE2-911D-7D1317AF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444C9-3D3E-4D08-B5F3-7B6B4DB4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problem: an AI cannot inspect AcmeShop by itself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C55EF-F9AA-4B5A-B011-C4DACDE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The model needs reliable, bounded access to information and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5F5C5-075B-41F7-97D7-EB7EA026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86F64-15AC-48E5-B781-6E6EFBA9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Without MCP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9EE1-432C-4285-A3C4-AC9EB0C8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1460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9B1B9-2041-4FD1-94B7-2CABE721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28875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Generic answers based on the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0C3F3-65FB-47C3-8986-6FFDFF98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8135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F01EB-43AA-4A6E-A3D3-72D14F06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95625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No access to deployments or 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DCDCD-1F07-43C8-A2DC-CA292A9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4810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0DB34-9F1E-412D-A4EC-C6A01DB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62375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No way to create an incident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E6EEA-5000-40BF-AABA-8DBC1E64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2857500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ADDE1-4AA9-4129-AB62-3EBEE85B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57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3E0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3E0A6"/>
                </a:solidFill>
                <a:latin typeface="Aptos"/>
                <a:ea typeface="Aptos"/>
                <a:cs typeface="Aptos"/>
              </a:rPr>
              <a:t>With 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49448-FFBE-48D3-9BCC-55A3A051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1460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84F2E-6910-41B3-B85E-4D5D3B48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2887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model discovers specific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06298-8FA6-4979-8B5B-8388D6DB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C28CD-EF21-48DF-8238-BC2C6012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9562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Tools read real application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2A718-EF9E-4B3A-80FF-012208FE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4810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C3889-F20B-4FDF-99C7-E583AD5E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76237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controlled write becomes possible</a:t>
            </a:r>
          </a:p>
        </p:txBody>
      </p:sp>
    </p:spTree>
    <p:extLst>
      <p:ext uri="{BB962C8B-B14F-4D97-AF65-F5344CB8AC3E}">
        <p14:creationId xmlns:p14="http://schemas.microsoft.com/office/powerpoint/2010/main" val="1832132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B7F07-C8E1-4B15-82D4-16195156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99B75-B2F7-4A40-A9DD-875AF8EB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AcmeShop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FE387-BCF6-4BDF-B933-A41A3C90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MCP sits on top of an existing API. The API remains the system that validates and persists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E8450-2EF6-48C2-8ADF-C781278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7606F-94E8-46C8-8725-FB66F668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EA3AA-4B5F-4702-8FD2-6661E894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190DB-216F-439F-9960-B27B95A3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670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6DB94-A49D-4EE1-B273-FD16492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7180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2F9A9-5CEE-4E6E-B247-EF347C8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670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124A3-08B9-4EEA-ACE0-8AF8AE45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7180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5321B-B9B7-44C1-8069-0087E380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E0B56-17D8-472C-840B-0AFF06B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3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5EB9A-1190-433E-B486-CD9FC21D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27716-8A4A-4EEF-8433-13254F05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Mock 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04126-D56F-4E26-A07B-6C25951D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67000"/>
            <a:ext cx="12573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A4E93-D430-442B-9752-CAACB2E8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71800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JSON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76A05-3162-426C-98E2-1C96A4D1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52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171FF-1F36-496E-9ACF-1283C8F5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52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81853-E17F-46D7-AF0F-6CE3615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9B7B2-EF44-4433-B554-495BFE8D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52047-CA6F-4B2B-97D3-0DBE3A7A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1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025A7-5551-4CD6-B038-F485A2B2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902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The MCP server calls HTTP endpoints only. It does not open the JSON files.</a:t>
            </a:r>
          </a:p>
        </p:txBody>
      </p:sp>
    </p:spTree>
    <p:extLst>
      <p:ext uri="{BB962C8B-B14F-4D97-AF65-F5344CB8AC3E}">
        <p14:creationId xmlns:p14="http://schemas.microsoft.com/office/powerpoint/2010/main" val="37381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6FD40-689E-436E-8BB5-AFC9B234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7980A-A72E-40F6-B33D-155BEFB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Connect the local MCP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D0845-DA50-4A52-A0F8-5011A61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The API must stay running while the AI client calls the AcmeShop tools.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5A26F-4644-4970-BF7F-018E09EE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D3F3A-D2A0-4019-AF86-77340AF4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1. Start the mock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DC9BF-46DC-4D65-8BE4-FE7100E1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095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CF267-2100-409A-9353-BF5EBB54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812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npm run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06764-C14F-4AD6-9A68-E1BBDCD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2. Register the server 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A78E6-C987-4853-90D4-14D331F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9906000" cy="647700"/>
          </a:xfrm>
          <a:prstGeom xmlns:a="http://schemas.openxmlformats.org/drawingml/2006/main" prst="roundRect">
            <a:avLst>
              <a:gd name="adj" fmla="val 11765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01EC6-7C65-42BC-8DFC-6670EC9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81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codex mcp add acmeshop -- npm --prefix &lt;workshop-path&gt; run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765E3-864B-45C8-ACD0-C27710A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966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3E0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3E0A6"/>
                </a:solidFill>
                <a:latin typeface="Aptos"/>
                <a:ea typeface="Aptos"/>
                <a:cs typeface="Aptos"/>
              </a:rPr>
              <a:t>3. Open a new local Codex task or restart Codex, then verify with:  codex mcp 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F8789-F44B-4C33-B3EB-5233D8A0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816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The MCP server launches over stdio and forwards tool calls to http://localhost:3000.</a:t>
            </a:r>
          </a:p>
        </p:txBody>
      </p:sp>
    </p:spTree>
    <p:extLst>
      <p:ext uri="{BB962C8B-B14F-4D97-AF65-F5344CB8AC3E}">
        <p14:creationId xmlns:p14="http://schemas.microsoft.com/office/powerpoint/2010/main" val="400836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36200-D048-4A61-ADDA-EA87AAE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E308E-808F-4D3B-BF2A-7498BF5C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workshop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EA2AC-7BEC-45F4-93E2-397326A5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The connected data lets the agent investigate a credible story rather than retrieve a scripted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1464F-79C9-4E34-9AD3-E407F0A8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D4EC7-D597-4E28-8541-B3C49FA0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342900" cy="3429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549BA-E307-469E-B502-26F3BE02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85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5724E-371B-4E6C-B752-4D61F706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38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Checkout 3.2.1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FE0EC-14AA-442B-8496-724B94BD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57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New retry callback optimization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DA0E1-E330-44EB-A806-2211BE39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9525" cy="457200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A0DD6-C66E-4437-AB5F-51ECC0E4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342900" cy="3429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BA019-B337-4CE6-AF4B-4FD995CC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AA9B6-7E9D-44DA-A4D1-CAE1007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Payment failures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9E076-29B8-4EED-B36D-83C0BA59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765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Failed orders after 14:30 UTC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F2154-1711-4311-9A1E-257021B2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9525" cy="457200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3781A-2E49-46E0-99D6-1885E5E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342900" cy="3429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E387B-C1B8-4F18-B40A-0FAF518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E6528-A83F-44B9-B5E9-1D414E56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76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Historical incident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BFFAF-ECB4-4E62-828D-622DFF41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956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Similar retry behavior in March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3EC71-BBAF-4BFD-A298-D1CD837D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9525" cy="457200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FEE8E-7A46-4D27-94BC-21D6ABB7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342900" cy="3429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6641D-B0E7-4A9A-A050-8D0A697A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AFE39-D418-401A-963C-86F3958B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95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3E0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3E0A6"/>
                </a:solidFill>
                <a:latin typeface="Aptos"/>
                <a:ea typeface="Aptos"/>
                <a:cs typeface="Aptos"/>
              </a:rPr>
              <a:t>Alex Johnson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40601-6E88-4447-A1C6-E534F315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Payments on-call and checkout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CA71C-A15F-457F-8922-6F697F07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9525" cy="457200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1974D-413E-4129-8F8C-85A7FBF5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342900" cy="3429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81AFF-3E8D-46C1-A2C5-36FD5640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950E3-A2F6-4FE3-AAFC-EEE06E39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14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 incident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C0281-622C-48CE-9402-41D10CEA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339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Agent creates an assigned SEV-2 record</a:t>
            </a:r>
          </a:p>
        </p:txBody>
      </p:sp>
    </p:spTree>
    <p:extLst>
      <p:ext uri="{BB962C8B-B14F-4D97-AF65-F5344CB8AC3E}">
        <p14:creationId xmlns:p14="http://schemas.microsoft.com/office/powerpoint/2010/main" val="919484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AD146-3522-412D-ADE0-0D9881B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E1AB-9878-46F0-BA56-6CC3C4A0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Eight focused MCP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2FD0B-4A76-44F1-BD09-D533BB02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Clear descriptions help the model choose a capability for the question in front of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DB328-49D3-46C7-B49B-A7158693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A5C21-3FC6-4D62-A9A9-E4F09830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search_customers     Find a customer before examining account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1BAEA-0725-40BF-93A5-EF97E401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9620250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3CAA6-82D8-4308-961C-71444FF6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get_customer_orders  Inspect payment history and duplicate charges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5CE86-3EC0-43AD-8DE7-18FE40D0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9620250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9643C-184F-4083-A5D0-0D136CE2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get_order            Retrieve a specific order's full diagnostic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6C37A-4E34-44E2-845F-0F248CD6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86100"/>
            <a:ext cx="9620250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9EA90-44C1-44E0-BDE3-9AD29F97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0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search_deployments   Compare service changes with operational symptoms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FDF6A-A394-45AB-A688-7EC58DC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29025"/>
            <a:ext cx="9620250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4864C-B383-4240-B23F-00C6EF10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search_incidents     Find current and historical operational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5D10A-96F8-44CB-BE2A-B55EA9D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9620250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EDB22-D44D-4EAB-A29F-07ECC3A2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find_engineer        Identify service ownership and on-call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6E92C-CC51-442D-94DC-0AF83068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9620250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3ABC6-4FF5-4C25-A551-7643A59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get_engineer         Retrieve detailed engineer 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C2295-388A-4E97-B910-4B81EAD8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57800"/>
            <a:ext cx="9620250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60754-F30C-4207-8A74-30A5456D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721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create_incident      Create a production record after evidence exists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ED5D4-701D-4B46-A325-0452D02B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00725"/>
            <a:ext cx="9620250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85148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95B67-8507-4BB2-B906-E2386048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E1C10-09CA-4FCD-9792-3B640F09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1: read-only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B366D-A3E2-4402-ACAE-8A929D20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Prompt: Why did our checkout service have payment problems recently?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3C8D2-CF36-4A43-A1FD-40B85844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57801-38F7-409C-AA6C-5EDC456E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Expected investigation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C20D1-C84D-4AB2-815B-3ED1A970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1A5E5-B1DC-40B3-B557-C29FDD6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33625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Search checkout incident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D4FD2-B23E-46DD-8274-D8375980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482D1-7ADF-4321-9BC7-26BABBCA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3886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Inspect recent checkout deployments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3BC72-6D81-403B-B824-C0CD70C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3CAA8-156C-45E3-A043-37070DEB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 failed payments and customer impact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A21BA-F5E0-4C05-99BD-37925E6E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3810000" cy="2476500"/>
          </a:xfrm>
          <a:prstGeom xmlns:a="http://schemas.openxmlformats.org/drawingml/2006/main" prst="roundRect">
            <a:avLst>
              <a:gd name="adj" fmla="val 3077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DA300-4AFA-4398-AD7A-713B43CF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3E0A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3E0A6"/>
                </a:solidFill>
                <a:latin typeface="Aptos"/>
                <a:ea typeface="Aptos"/>
                <a:cs typeface="Aptos"/>
              </a:rPr>
              <a:t>Likely 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B5348-D2EA-498D-9755-8F540D4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9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Failures began after checkout 3.2.1.</a:t>
            </a:r>
          </a:p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deployment notes and a prior incident point to retry callback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9D85F-2693-44F3-8013-A3B44327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100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5D2E5"/>
                </a:solidFill>
                <a:latin typeface="Aptos"/>
                <a:ea typeface="Aptos"/>
                <a:cs typeface="Aptos"/>
              </a:rPr>
              <a:t>No write operation</a:t>
            </a:r>
          </a:p>
        </p:txBody>
      </p:sp>
    </p:spTree>
    <p:extLst>
      <p:ext uri="{BB962C8B-B14F-4D97-AF65-F5344CB8AC3E}">
        <p14:creationId xmlns:p14="http://schemas.microsoft.com/office/powerpoint/2010/main" val="2203526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92149-9157-4F7E-A32C-8C78841F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A4F50-4C06-4743-8384-6DA87FB0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Customer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990AD-28AD-47E3-BD58-0EF7906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Prompt: Sarah says she was charged twice. Investigate what happened and tell me whether she should be refunded.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151A2-2B9B-48A7-8EB7-DA25786E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8E7F2-F992-4132-A609-9ABBFC8F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9CB34-733D-48A4-8218-06BBD02D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B7C9E-00DA-40B2-B274-0B98463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Find Sarah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BB722-93E8-4EAB-B998-BEE57076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57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C001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85C3C-0555-4B6A-8FF9-33A3DA4A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81300"/>
            <a:ext cx="333375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3B3A2-DBA4-4699-A03C-676F6835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C806F-31D0-4FFB-8657-5BFDFCE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B0DCD-F8AA-447D-9B3B-205D97A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Get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05EE0-473C-4648-B2F0-CF5EAA7D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57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O1001 and O1002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E15C9-9030-418B-94D5-6FD61EB3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81300"/>
            <a:ext cx="333375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AEB20-A19B-4308-BC57-F896D6CD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CDC2F-F92E-4A17-A0A2-BFD764AE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D19FD-C227-471B-987E-25A09034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36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Compare payment references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C6910-4F44-41B4-9689-979EC827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57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2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pi_sarah_1 appears twice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10942-A628-4F16-A1D2-06658823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81300"/>
            <a:ext cx="333375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94810-ECCC-42EE-8FC7-BA202490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2E885-F86C-4CFC-9984-A0F547B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00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BADC0-5308-4523-95C9-08E60A72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57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Explain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5C2DE-8E01-4F56-86DE-91C7E6B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7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Recommend refund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D0DD7-CAF3-4E85-B1DE-D035A675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The demo does not include a refund tool. The agent can investigate and recommend, but cannot exceed its granted capability.</a:t>
            </a:r>
          </a:p>
        </p:txBody>
      </p:sp>
    </p:spTree>
    <p:extLst>
      <p:ext uri="{BB962C8B-B14F-4D97-AF65-F5344CB8AC3E}">
        <p14:creationId xmlns:p14="http://schemas.microsoft.com/office/powerpoint/2010/main" val="369531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95B59-26B6-40CE-A490-56DA58D9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A60CC-C5F3-4E5E-9228-771F0CE9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3: agentic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D9923-78E4-4A69-9117-0BB6CF26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Prompt: Investigate checkout payment problems, identify the owner, and create an incident if necessary.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0D092-24ED-4134-823E-6F37059F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71BA7-0227-4E1B-AC93-BED6FB1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143FD-4F0F-4DA8-B1E6-5F9C9614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3E2C3-0D4A-4735-BDBB-7C8A9591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Identify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E1271-D91B-438D-80C8-CB2EA10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3C6A0-EA64-42ED-8D89-5EB770ED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4804D-E550-45F9-B0ED-0FF91C0F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Incidents</a:t>
            </a:r>
          </a:p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Deployments</a:t>
            </a:r>
          </a:p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A904A-E9F2-49C2-A7A2-1AC61C5D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38500"/>
            <a:ext cx="285750" cy="238125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99C7A-DE99-460E-876D-E625FB9B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1462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C9663-F64B-4D55-8A9B-DC6A7FB2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52750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Correlate timing</a:t>
            </a:r>
          </a:p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and retry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A601E-34EF-46E7-8F5F-D992272D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38500"/>
            <a:ext cx="285750" cy="238125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9713E-087B-4511-B6B0-955FCBC1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1462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36141-2075-4DF2-A14A-DB24CFF2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52750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Alex Johnson</a:t>
            </a:r>
          </a:p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E-42, Payments</a:t>
            </a:r>
          </a:p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on-call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4CC3F-CAD4-4B66-93C6-D707D9A6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38500"/>
            <a:ext cx="285750" cy="238125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78DAB-99A1-444B-A5E3-0281CD2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1462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ln xmlns:a="http://schemas.openxmlformats.org/drawingml/2006/main" w="9525">
            <a:solidFill>
              <a:srgbClr val="2036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9BA8D-633A-4773-AD65-992EE9B7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52750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Create assigned</a:t>
            </a:r>
          </a:p>
          <a:p xmlns:a="http://schemas.openxmlformats.org/drawingml/2006/main">
            <a:pPr>
              <a:defRPr sz="15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SEV-2 incident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778E2-5860-4198-934F-06A5B837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1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3E0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3E0A6"/>
                </a:solidFill>
                <a:latin typeface="Aptos"/>
                <a:ea typeface="Aptos"/>
                <a:cs typeface="Aptos"/>
              </a:rPr>
              <a:t>Ask the human to confirm the incident creation when the connected AI client supports tool confirmation.</a:t>
            </a:r>
          </a:p>
        </p:txBody>
      </p:sp>
    </p:spTree>
    <p:extLst>
      <p:ext uri="{BB962C8B-B14F-4D97-AF65-F5344CB8AC3E}">
        <p14:creationId xmlns:p14="http://schemas.microsoft.com/office/powerpoint/2010/main" val="66756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2769E-4FF8-4AB7-A517-E095D82D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CC469-1DE0-494F-8734-CBCEBFF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Sample prompts for the 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2767C-9A4D-4062-ADB4-E7E65360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Use each prompt as written. The model should choose the tools rather than follow a prescribed sequence.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D685B-2EE9-4CEE-BA37-9AAF4D60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9920F-83C8-45B8-AADB-8162411A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Read-only investigation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F9DB2-F90C-4FBB-B7E9-F8BECF38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57325"/>
            <a:ext cx="733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“Why did our checkout service have payment problems recently? Investigate using the available AcmeShop tools and cite the evidence.”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9C89B-334C-4D74-92BC-F02C60CA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9667875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3DC14-CFB6-429C-B4ED-5784D456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Customer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26A6E-A466-4E21-8E50-F4DD381E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95525"/>
            <a:ext cx="733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“Sarah says she was charged twice. Investigate her orders and explain whether she should receive a refund. Do not create or change anything.”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8C537-6B2C-4995-892B-E0B755E5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9667875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6187D-1B4A-45FB-B1DC-71809FC1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Service ownership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C53C7-C3FF-4046-97D9-98C6BDB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733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“Who owns the checkout service, and who is currently on call?”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69ADF-D386-4ED7-9928-2A780CE5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00475"/>
            <a:ext cx="9667875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8CF09-5C4D-49D4-8DCE-F64BC90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909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Enterprise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A0349-459F-46A3-BCD7-83168D5A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71925"/>
            <a:ext cx="733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“Identify the Enterprise customers affected by checkout payment failures after the latest checkout deployment.”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83D67-270C-422E-8B69-2B0412BD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9667875" cy="9525"/>
          </a:xfrm>
          <a:prstGeom xmlns:a="http://schemas.openxmlformats.org/drawingml/2006/main" prst="line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F5E79-FEBD-440F-A4B5-790AF868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Confirmed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6C839-9073-4EAF-A621-4881516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33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“Create an incident assigned to the checkout owner that summarizes the payment failures after checkout version 3.2.1. Ask me for confirmation immediately before the write.”</a:t>
            </a:r>
          </a:p>
        </p:txBody>
      </p:sp>
    </p:spTree>
    <p:extLst>
      <p:ext uri="{BB962C8B-B14F-4D97-AF65-F5344CB8AC3E}">
        <p14:creationId xmlns:p14="http://schemas.microsoft.com/office/powerpoint/2010/main" val="16040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A80F2-1C03-42DD-8430-62891EA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88EE5-BF6B-46D5-BD30-CCDE0C08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Production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2981B-45FD-49D2-B139-68FF824B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This local demo favors clarity. A real MCP integration needs stronger controls around write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74CCE-7291-4939-B130-F3187FCC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5D2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5D2E5"/>
                </a:solidFill>
                <a:latin typeface="Aptos"/>
                <a:ea typeface="Aptos"/>
                <a:cs typeface="Aptos"/>
              </a:rPr>
              <a:t>AcmeShop MCP AI Summit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CDA47-E372-475F-A3D4-7500584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Agent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0163F-6C37-47D1-9E1A-A71C70FE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FD7F4-6379-4C6C-BF1C-79425C9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3362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6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Tool descriptions that set appropriate expectations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BBAF0-1B1F-4A35-8896-BE4488B8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38475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2BF3E-5579-4C34-B0C9-35302608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2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Least-privilege permissions for data and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D3AE3-93B0-42C8-A4D4-20992BE2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92CBD-006C-46DD-AD20-75FC6905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Human approval for meaningful writes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2F24A-6DCD-4DDE-B954-17607D9E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5EAB3-5CDC-4EF6-BFCA-61DA0D3B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Idempotency to avoid duplicate incidents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82DA2-CEA7-49C4-9EA3-3CE5B970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7D7D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7D7D0"/>
                </a:solidFill>
                <a:latin typeface="Aptos"/>
                <a:ea typeface="Aptos"/>
                <a:cs typeface="Aptos"/>
              </a:rPr>
              <a:t>Operational safeguards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A6B2C-5215-4786-8AA0-E7205036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94DFB-CF46-488D-8CC9-FDDA8508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3362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Authentication and authorization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9BA68-303E-41E9-858E-65FC957F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38475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0862D-5F8C-44A4-B647-ED5B67B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5275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Useful API and tool error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CD724-072B-4C05-A27A-8FFBDE3B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930F5-0826-4F0A-B8C5-3A0F686B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71875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Observability, audit logs, and rate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6DC5E-D148-4CDB-B570-E81250EC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76725"/>
            <a:ext cx="76200" cy="762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3F151-6C74-4C82-A007-F6D51145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Prompt-injection defenses for tool inputs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24F64-9D6E-4967-B9FD-17A6C8D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MCP provides the bridge. The AI decides how to use the capabilities you expose.</a:t>
            </a:r>
          </a:p>
        </p:txBody>
      </p:sp>
    </p:spTree>
    <p:extLst>
      <p:ext uri="{BB962C8B-B14F-4D97-AF65-F5344CB8AC3E}">
        <p14:creationId xmlns:p14="http://schemas.microsoft.com/office/powerpoint/2010/main" val="235615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2026-09-07T21:25:14.6360000Z</dcterms:created>
  <dcterms:modified xsi:type="dcterms:W3CDTF">2026-09-07T21:25:14.6360000Z</dcterms:modified>
</coreProperties>
</file>